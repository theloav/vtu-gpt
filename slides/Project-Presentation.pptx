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project turns unstructured academic docs into answers and calendar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 points and why automation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Layered architecture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build aspects.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screenshots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 AI-Driven Academic Assistant for Automated Calendar Extraction and Semantic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Vel Tech Rangarajan Dr. Sagunthala R&amp;D Institute of Science and Technology, Avadi, Chennai</a:t>
            </a:r>
          </a:p>
          <a:p>
            <a:r>
              <a:t>Authors: Mohib Rasool, Guru Prasad Reddy K, Dr. Rajendran T</a:t>
            </a:r>
          </a:p>
          <a:p>
            <a:r>
              <a:t>Keywords: Academic Assistant, Event Extraction, Semantic Search, Calendar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Academic info scattered across PDFs, notices, emails, websites</a:t>
            </a:r>
          </a:p>
          <a:p>
            <a:pPr/>
            <a:r>
              <a:t>Students miss deadlines; staff answer repeat queries</a:t>
            </a:r>
          </a:p>
          <a:p>
            <a:pPr/>
            <a:r>
              <a:t>Manual calendar updates are slow and error-prone</a:t>
            </a:r>
          </a:p>
          <a:p>
            <a:pPr/>
            <a:r>
              <a:t>Need automation: extract events + answer questions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Chat, Calendar, Admin Upload</a:t>
            </a:r>
          </a:p>
          <a:p>
            <a:pPr/>
            <a:r>
              <a:t>Services: Auth, NLP/Chat, Document, Event, Sync</a:t>
            </a:r>
          </a:p>
          <a:p>
            <a:pPr/>
            <a:r>
              <a:t>AI: OpenAI (NLG), Pinecone (vector search), custom event extractor</a:t>
            </a:r>
          </a:p>
          <a:p>
            <a:pPr/>
            <a:r>
              <a:t>Data: SQLite (users/chats/events), Pinecone embeddings</a:t>
            </a:r>
          </a:p>
          <a:p>
            <a:pPr/>
            <a:r>
              <a:t>Integrations: Google Drive (5-min sync)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Documents →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Ingestion: PDF/DOCX/TXT; validation and text extraction</a:t>
            </a:r>
          </a:p>
          <a:p>
            <a:pPr/>
            <a:r>
              <a:t>Cleaning + semantic chunking</a:t>
            </a:r>
          </a:p>
          <a:p>
            <a:pPr/>
            <a:r>
              <a:t>Embeddings: 1536-dim, Pinecone storage</a:t>
            </a:r>
          </a:p>
          <a:p>
            <a:pPr/>
            <a:r>
              <a:t>Event extraction: dates, ranges, types, confidence</a:t>
            </a:r>
          </a:p>
          <a:p>
            <a:pPr/>
            <a:r>
              <a:t>Calendar update: title, date, type,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Stack: React/Next.js, Node/Express, SQLite, Pinecone, OpenAI</a:t>
            </a:r>
          </a:p>
          <a:p>
            <a:pPr/>
            <a:r>
              <a:t>Extractor: flexible regex + keywords + confidence</a:t>
            </a:r>
          </a:p>
          <a:p>
            <a:pPr/>
            <a:r>
              <a:t>Sync: Google Drive, batching, retries</a:t>
            </a:r>
          </a:p>
          <a:p>
            <a:pPr/>
            <a:r>
              <a:t>Security: JWT, validation, parameterized SQL</a:t>
            </a:r>
          </a:p>
          <a:p>
            <a:pPr/>
            <a:r>
              <a:t>Admin tools: Upload dashboard, events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Dataset: calendars, timetables, announcements</a:t>
            </a:r>
          </a:p>
          <a:p>
            <a:pPr/>
            <a:r>
              <a:t>Event extraction: Precision 94.2%, Recall 91.7%, F1 92.9%</a:t>
            </a:r>
          </a:p>
          <a:p>
            <a:pPr/>
            <a:r>
              <a:t>Performance: p95 &lt; 2.8s; stable up to 200 users</a:t>
            </a:r>
          </a:p>
          <a:p>
            <a:pPr/>
            <a:r>
              <a:t>User study: 4.6/5 satisfaction; 67% faster info finding</a:t>
            </a:r>
          </a:p>
          <a:p>
            <a:pPr/>
            <a:r>
              <a:t>Uptime: 99.7% during pilot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Chat UI answering grounded queries</a:t>
            </a:r>
          </a:p>
          <a:p>
            <a:pPr/>
            <a:r>
              <a:t>Calendar view with extracted events</a:t>
            </a:r>
          </a:p>
          <a:p>
            <a:pPr/>
            <a:r>
              <a:t>Admin upload and processing status</a:t>
            </a:r>
          </a:p>
          <a:p>
            <a:pPr/>
            <a:r>
              <a:t>(Add 2–3 screenshots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event extraction + semantic search + conversational access</a:t>
            </a:r>
          </a:p>
          <a:p>
            <a:pPr/>
            <a:r>
              <a:t>Impact: timely info, reduced workload, higher satisfaction</a:t>
            </a:r>
          </a:p>
          <a:p>
            <a:pPr/>
            <a:r>
              <a:t>Next: multi-language, advanced event reasoning, LMS/SIS, mobile apps</a:t>
            </a:r>
          </a:p>
          <a:p>
            <a:pPr/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